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1162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839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971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612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74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63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59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6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09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55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892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813169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B2C23-CAA5-461A-B309-C4617A063A1D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9F7434-85A5-44BE-A212-A46A5AFA8B4A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796AC-54CC-02BC-97BA-F4D5EE062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Advanced OOP — </a:t>
            </a:r>
            <a:r>
              <a:rPr lang="en-US" sz="4000" b="1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Metaclasses</a:t>
            </a:r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Descriptors &amp; ABCs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E0735-0A03-3173-5369-23FD212D0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Day 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8615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4E1FA-63A8-7D47-0C03-07518B76B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708CF-EFC5-E74D-2A97-90AB9F6D6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US" dirty="0"/>
              <a:t>1. Basic Python Classes and Objects</a:t>
            </a:r>
          </a:p>
          <a:p>
            <a:pPr marL="573088" indent="0">
              <a:buNone/>
            </a:pPr>
            <a:r>
              <a:rPr lang="en-IN" dirty="0"/>
              <a:t>2. Inheritance</a:t>
            </a:r>
          </a:p>
          <a:p>
            <a:pPr marL="573088" indent="0">
              <a:buNone/>
            </a:pPr>
            <a:r>
              <a:rPr lang="en-IN" dirty="0"/>
              <a:t>3. Magic Methods (Dunder Methods)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6467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B0AD9-8B27-4806-8D9A-920D77F2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09CBD-9D8F-25F7-C09D-150023C93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1FBF7-00DE-DF4F-4051-B79A81B7A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3088" indent="0">
              <a:buNone/>
            </a:pPr>
            <a:r>
              <a:rPr lang="en-IN" dirty="0"/>
              <a:t>3. Magic Methods (Dunder Methods): </a:t>
            </a:r>
            <a:r>
              <a:rPr lang="en-US" b="0" dirty="0"/>
              <a:t>"Dunder" stands for </a:t>
            </a:r>
            <a:r>
              <a:rPr lang="en-US" dirty="0"/>
              <a:t>D</a:t>
            </a:r>
            <a:r>
              <a:rPr lang="en-US" b="0" dirty="0"/>
              <a:t>ouble </a:t>
            </a:r>
            <a:r>
              <a:rPr lang="en-US" dirty="0" err="1"/>
              <a:t>UNDER</a:t>
            </a:r>
            <a:r>
              <a:rPr lang="en-US" b="0" dirty="0" err="1"/>
              <a:t>score</a:t>
            </a:r>
            <a:r>
              <a:rPr lang="en-US" b="0" dirty="0"/>
              <a:t>. These methods start and end with two underscores (__), like __</a:t>
            </a:r>
            <a:r>
              <a:rPr lang="en-US" b="0" dirty="0" err="1"/>
              <a:t>init</a:t>
            </a:r>
            <a:r>
              <a:rPr lang="en-US" b="0" dirty="0"/>
              <a:t>__, __str__, __add__, etc.</a:t>
            </a:r>
            <a:br>
              <a:rPr lang="en-IN" dirty="0"/>
            </a:b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50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02AF-D692-F9A5-8BE5-B589CEE6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Base Classes (ABCs)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7ECF1-5179-75CC-2CA1-947AC5780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 Abstract Base Class (ABC) is a class that cannot be instantiated (you can't create objects from it) and is designed to be inherited by other classes. It defines a blueprint or contract that all subclasses must follow.</a:t>
            </a:r>
          </a:p>
        </p:txBody>
      </p:sp>
    </p:spTree>
    <p:extLst>
      <p:ext uri="{BB962C8B-B14F-4D97-AF65-F5344CB8AC3E}">
        <p14:creationId xmlns:p14="http://schemas.microsoft.com/office/powerpoint/2010/main" val="4290702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8E2F9-54D9-16C9-211B-334B7BBE4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C3D8E-2B9D-6337-0C81-5C2333FF8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9E716-0BB9-0C9E-12EC-77FB306E3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dirty="0"/>
              <a:t>__get__(self,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read the attribute</a:t>
            </a:r>
          </a:p>
          <a:p>
            <a:pPr lvl="1"/>
            <a:r>
              <a:rPr lang="en-IN" dirty="0"/>
              <a:t>__set__(self, </a:t>
            </a:r>
            <a:r>
              <a:rPr lang="en-IN" dirty="0" err="1"/>
              <a:t>obj</a:t>
            </a:r>
            <a:r>
              <a:rPr lang="en-IN" dirty="0"/>
              <a:t>, value) → Called when you write to the attribute</a:t>
            </a:r>
          </a:p>
          <a:p>
            <a:pPr lvl="1"/>
            <a:r>
              <a:rPr lang="en-IN" dirty="0"/>
              <a:t>__delete__(self, </a:t>
            </a:r>
            <a:r>
              <a:rPr lang="en-IN" dirty="0" err="1"/>
              <a:t>obj</a:t>
            </a:r>
            <a:r>
              <a:rPr lang="en-IN" dirty="0"/>
              <a:t>) → Called when you delete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1082921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3230-5190-F64D-7613-6C554208D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403EF-C9DB-1B67-2DD9-62F238FD8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Descriptors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AAD19-41CB-0F4F-7872-2BB38A1FE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descriptor is a Python object that controls how another attribute is accessed (get), set, or deleted.</a:t>
            </a:r>
          </a:p>
          <a:p>
            <a:r>
              <a:rPr lang="en-IN" dirty="0"/>
              <a:t>Any object that implements at least one of these special methods:</a:t>
            </a:r>
          </a:p>
          <a:p>
            <a:pPr lvl="1"/>
            <a:r>
              <a:rPr lang="en-IN" dirty="0"/>
              <a:t>__get__(self, </a:t>
            </a:r>
            <a:r>
              <a:rPr lang="en-IN" dirty="0" err="1"/>
              <a:t>obj</a:t>
            </a:r>
            <a:r>
              <a:rPr lang="en-IN" dirty="0"/>
              <a:t>, </a:t>
            </a:r>
            <a:r>
              <a:rPr lang="en-IN" dirty="0" err="1"/>
              <a:t>objtype</a:t>
            </a:r>
            <a:r>
              <a:rPr lang="en-IN" dirty="0"/>
              <a:t>=None) → Called when you read the attribute</a:t>
            </a:r>
          </a:p>
          <a:p>
            <a:pPr lvl="1"/>
            <a:r>
              <a:rPr lang="en-IN" dirty="0"/>
              <a:t>__set__(self, </a:t>
            </a:r>
            <a:r>
              <a:rPr lang="en-IN" dirty="0" err="1"/>
              <a:t>obj</a:t>
            </a:r>
            <a:r>
              <a:rPr lang="en-IN" dirty="0"/>
              <a:t>, value) → Called when you write to the attribute</a:t>
            </a:r>
          </a:p>
          <a:p>
            <a:pPr lvl="1"/>
            <a:r>
              <a:rPr lang="en-IN" dirty="0"/>
              <a:t>__delete__(self, </a:t>
            </a:r>
            <a:r>
              <a:rPr lang="en-IN" dirty="0" err="1"/>
              <a:t>obj</a:t>
            </a:r>
            <a:r>
              <a:rPr lang="en-IN" dirty="0"/>
              <a:t>) → Called when you delete the attribute</a:t>
            </a:r>
          </a:p>
        </p:txBody>
      </p:sp>
    </p:spTree>
    <p:extLst>
      <p:ext uri="{BB962C8B-B14F-4D97-AF65-F5344CB8AC3E}">
        <p14:creationId xmlns:p14="http://schemas.microsoft.com/office/powerpoint/2010/main" val="249529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D745E-5AFF-FB55-0E0F-102E1FDA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54DF0-B474-73A4-3802-D5AD4C5C1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metaclass</a:t>
            </a:r>
            <a:r>
              <a:rPr lang="en-US" dirty="0"/>
              <a:t> is a class whose instances are classes.</a:t>
            </a:r>
            <a:r>
              <a:rPr lang="en-US" b="0" dirty="0"/>
              <a:t> Just as a class defines the behavior of its objects, a </a:t>
            </a:r>
            <a:r>
              <a:rPr lang="en-US" b="0" dirty="0" err="1"/>
              <a:t>metaclass</a:t>
            </a:r>
            <a:r>
              <a:rPr lang="en-US" b="0" dirty="0"/>
              <a:t> defines the behavior of its classes.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0274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A04A0D-4115-3A1E-7E14-C8DBAC62B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Thank 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522624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13</TotalTime>
  <Words>318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IBM Plex Sans</vt:lpstr>
      <vt:lpstr>Quicksand</vt:lpstr>
      <vt:lpstr>ABC Final Theme</vt:lpstr>
      <vt:lpstr>Advanced OOP — Metaclasses, Descriptors &amp; ABCs</vt:lpstr>
      <vt:lpstr>Prerequisites</vt:lpstr>
      <vt:lpstr>Prerequisites</vt:lpstr>
      <vt:lpstr>Abstract Base Classes (ABCs)</vt:lpstr>
      <vt:lpstr>Descriptors</vt:lpstr>
      <vt:lpstr>Descriptors</vt:lpstr>
      <vt:lpstr>Metaclass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2</cp:revision>
  <dcterms:created xsi:type="dcterms:W3CDTF">2026-07-07T12:11:42Z</dcterms:created>
  <dcterms:modified xsi:type="dcterms:W3CDTF">2026-07-07T12:24:53Z</dcterms:modified>
</cp:coreProperties>
</file>